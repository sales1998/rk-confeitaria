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0" r:id="rId14"/>
    <p:sldId id="269" r:id="rId15"/>
    <p:sldId id="271" r:id="rId16"/>
    <p:sldId id="272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94A4CB-D405-4A7C-BFE6-FE81670B7EEC}" v="48" dt="2025-11-18T22:41:02.0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393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159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62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82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401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676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461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24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735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9032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35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00113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4861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716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491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31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rPr lang="pt-BR" dirty="0"/>
              <a:t>RK Confeitaria Artesanal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Aplicativo</a:t>
            </a:r>
            <a:r>
              <a:rPr dirty="0"/>
              <a:t> Mobile</a:t>
            </a:r>
          </a:p>
          <a:p>
            <a:r>
              <a:rPr dirty="0" err="1"/>
              <a:t>Integrantes</a:t>
            </a:r>
            <a:r>
              <a:rPr dirty="0"/>
              <a:t>: André Luiz, Júlio César e Thiago Sales</a:t>
            </a:r>
          </a:p>
          <a:p>
            <a:r>
              <a:rPr dirty="0"/>
              <a:t>Professor: Davi Barros</a:t>
            </a:r>
          </a:p>
          <a:p>
            <a:r>
              <a:rPr dirty="0" err="1"/>
              <a:t>Instituição</a:t>
            </a:r>
            <a:r>
              <a:rPr dirty="0"/>
              <a:t>: </a:t>
            </a:r>
            <a:r>
              <a:rPr dirty="0" err="1"/>
              <a:t>Estácio</a:t>
            </a:r>
            <a:r>
              <a:rPr dirty="0"/>
              <a:t> – Ano: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C6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Introdução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Aplicativo para gerenciar pedidos de confeitaria artesanal.</a:t>
            </a:r>
          </a:p>
          <a:p>
            <a:r>
              <a:t>Interface moderna e intuitiva.</a:t>
            </a:r>
          </a:p>
          <a:p>
            <a:r>
              <a:t>Visualização, personalização e acompanhamento de pedidos.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C6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Objetivo do Aplicativo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Facilitar comunicação com o cliente.</a:t>
            </a:r>
          </a:p>
          <a:p>
            <a:r>
              <a:t>Agilizar pedidos e orçamentos.</a:t>
            </a:r>
          </a:p>
          <a:p>
            <a:r>
              <a:t>Apresentar catálogo completo.</a:t>
            </a:r>
          </a:p>
          <a:p>
            <a:r>
              <a:t>Melhorar experiência de compra.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C6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Público-Alvo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Clientes que compram doces de forma prática.</a:t>
            </a:r>
          </a:p>
          <a:p>
            <a:r>
              <a:t>Clientes que montam seu próprio doce.</a:t>
            </a:r>
          </a:p>
          <a:p>
            <a:r>
              <a:t>Pequenos empreendedores e confeiteiros.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C6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Tecnologias Utilizadas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Angular 17.x, Ionic 7.x, TypeScript.</a:t>
            </a:r>
          </a:p>
          <a:p>
            <a:r>
              <a:t>HTML5 + SCSS.</a:t>
            </a:r>
          </a:p>
          <a:p>
            <a:r>
              <a:t>Telas: Login, Cadastro, Menu, Carrinho, Perfil.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C6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 b="1"/>
            </a:pPr>
            <a:r>
              <a:t>Back-End / Banco de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Firebase Authentication.</a:t>
            </a:r>
          </a:p>
          <a:p>
            <a:r>
              <a:rPr dirty="0"/>
              <a:t>Cloud </a:t>
            </a:r>
            <a:r>
              <a:rPr dirty="0" err="1"/>
              <a:t>Firestore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C6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 b="1"/>
            </a:pPr>
            <a:r>
              <a:t>Armazenamento Local e Navegação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localStorage</a:t>
            </a:r>
            <a:r>
              <a:rPr dirty="0"/>
              <a:t>.</a:t>
            </a:r>
          </a:p>
          <a:p>
            <a:r>
              <a:rPr dirty="0"/>
              <a:t>Angular Router.</a:t>
            </a:r>
          </a:p>
          <a:p>
            <a:r>
              <a:rPr dirty="0"/>
              <a:t>Auth Guard.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C6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 b="1"/>
            </a:pPr>
            <a:r>
              <a:t>Ferramentas de Desenvolvimento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VS Code.</a:t>
            </a:r>
          </a:p>
          <a:p>
            <a:r>
              <a:rPr dirty="0"/>
              <a:t>Node.js + NPM.</a:t>
            </a:r>
          </a:p>
          <a:p>
            <a:r>
              <a:rPr dirty="0"/>
              <a:t>Firebase CLI.</a:t>
            </a:r>
          </a:p>
          <a:p>
            <a:r>
              <a:rPr dirty="0"/>
              <a:t>Git + GitHub.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C6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 b="1"/>
            </a:pPr>
            <a:r>
              <a:t>Funcionalidades Principais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Cadastro e login.</a:t>
            </a:r>
          </a:p>
          <a:p>
            <a:r>
              <a:t>Listagem de produtos.</a:t>
            </a:r>
          </a:p>
          <a:p>
            <a:r>
              <a:t>Carrinho e pedidos.</a:t>
            </a:r>
          </a:p>
          <a:p>
            <a:r>
              <a:t>Painel administrativo.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C6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Benefícios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Atendimento prático.</a:t>
            </a:r>
          </a:p>
          <a:p>
            <a:r>
              <a:t>Redução de erros.</a:t>
            </a:r>
          </a:p>
          <a:p>
            <a:r>
              <a:t>Personalização.</a:t>
            </a:r>
          </a:p>
          <a:p>
            <a:r>
              <a:t>Acompanhamento em tempo real.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C6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Solução</a:t>
            </a:r>
            <a:r>
              <a:rPr dirty="0"/>
              <a:t> moderna para </a:t>
            </a:r>
            <a:r>
              <a:rPr dirty="0" err="1"/>
              <a:t>digitalizar</a:t>
            </a:r>
            <a:r>
              <a:rPr dirty="0"/>
              <a:t> a </a:t>
            </a:r>
            <a:r>
              <a:rPr dirty="0" err="1"/>
              <a:t>confeitaria</a:t>
            </a:r>
            <a:r>
              <a:rPr dirty="0"/>
              <a:t>.</a:t>
            </a:r>
          </a:p>
          <a:p>
            <a:r>
              <a:rPr dirty="0" err="1"/>
              <a:t>Segurança</a:t>
            </a:r>
            <a:r>
              <a:rPr dirty="0"/>
              <a:t>, </a:t>
            </a:r>
            <a:r>
              <a:rPr dirty="0" err="1"/>
              <a:t>desempenho</a:t>
            </a:r>
            <a:r>
              <a:rPr dirty="0"/>
              <a:t> e </a:t>
            </a:r>
            <a:r>
              <a:rPr dirty="0" err="1"/>
              <a:t>experiência</a:t>
            </a:r>
            <a:r>
              <a:rPr dirty="0"/>
              <a:t> </a:t>
            </a:r>
            <a:r>
              <a:rPr dirty="0" err="1"/>
              <a:t>agradável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9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A692209D-B607-46C3-8560-07AF72291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4874638-CF15-4908-BC4B-4908744D0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3479799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DC17787-73C6-2ADA-21B7-415EDD34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209" y="967417"/>
            <a:ext cx="2834152" cy="39432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500" b="1">
                <a:solidFill>
                  <a:srgbClr val="FEFFFF"/>
                </a:solidFill>
              </a:rPr>
              <a:t>TELAS</a:t>
            </a:r>
          </a:p>
        </p:txBody>
      </p:sp>
      <p:sp>
        <p:nvSpPr>
          <p:cNvPr id="45" name="Freeform 5">
            <a:extLst>
              <a:ext uri="{FF2B5EF4-FFF2-40B4-BE49-F238E27FC236}">
                <a16:creationId xmlns:a16="http://schemas.microsoft.com/office/drawing/2014/main" id="{5F1B8348-CD6E-4561-A704-C232D9A2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4053016" cy="857047"/>
          </a:xfrm>
          <a:custGeom>
            <a:avLst/>
            <a:gdLst>
              <a:gd name="T0" fmla="*/ 1114 w 1117"/>
              <a:gd name="T1" fmla="*/ 77 h 163"/>
              <a:gd name="T2" fmla="*/ 1040 w 1117"/>
              <a:gd name="T3" fmla="*/ 3 h 163"/>
              <a:gd name="T4" fmla="*/ 1039 w 1117"/>
              <a:gd name="T5" fmla="*/ 2 h 163"/>
              <a:gd name="T6" fmla="*/ 1034 w 1117"/>
              <a:gd name="T7" fmla="*/ 0 h 163"/>
              <a:gd name="T8" fmla="*/ 578 w 1117"/>
              <a:gd name="T9" fmla="*/ 0 h 163"/>
              <a:gd name="T10" fmla="*/ 562 w 1117"/>
              <a:gd name="T11" fmla="*/ 0 h 163"/>
              <a:gd name="T12" fmla="*/ 440 w 1117"/>
              <a:gd name="T13" fmla="*/ 0 h 163"/>
              <a:gd name="T14" fmla="*/ 106 w 1117"/>
              <a:gd name="T15" fmla="*/ 0 h 163"/>
              <a:gd name="T16" fmla="*/ 0 w 1117"/>
              <a:gd name="T17" fmla="*/ 0 h 163"/>
              <a:gd name="T18" fmla="*/ 0 w 1117"/>
              <a:gd name="T19" fmla="*/ 163 h 163"/>
              <a:gd name="T20" fmla="*/ 106 w 1117"/>
              <a:gd name="T21" fmla="*/ 163 h 163"/>
              <a:gd name="T22" fmla="*/ 440 w 1117"/>
              <a:gd name="T23" fmla="*/ 163 h 163"/>
              <a:gd name="T24" fmla="*/ 562 w 1117"/>
              <a:gd name="T25" fmla="*/ 163 h 163"/>
              <a:gd name="T26" fmla="*/ 578 w 1117"/>
              <a:gd name="T27" fmla="*/ 163 h 163"/>
              <a:gd name="T28" fmla="*/ 1034 w 1117"/>
              <a:gd name="T29" fmla="*/ 163 h 163"/>
              <a:gd name="T30" fmla="*/ 1039 w 1117"/>
              <a:gd name="T31" fmla="*/ 161 h 163"/>
              <a:gd name="T32" fmla="*/ 1040 w 1117"/>
              <a:gd name="T33" fmla="*/ 160 h 163"/>
              <a:gd name="T34" fmla="*/ 1114 w 1117"/>
              <a:gd name="T35" fmla="*/ 86 h 163"/>
              <a:gd name="T36" fmla="*/ 1114 w 1117"/>
              <a:gd name="T37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Imagem 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93304AEF-B007-D216-3556-881ED0FDA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249" y="967417"/>
            <a:ext cx="3093868" cy="493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871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F6645656-CC63-DFEE-33C0-C01121391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372" y="1237363"/>
            <a:ext cx="3019425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63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4DB71B0-E04D-B9F9-B059-5064015FB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373" y="1019175"/>
            <a:ext cx="3019425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49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Interface gráfica do usuário, Aplicativo, Site&#10;&#10;O conteúdo gerado por IA pode estar incorreto.">
            <a:extLst>
              <a:ext uri="{FF2B5EF4-FFF2-40B4-BE49-F238E27FC236}">
                <a16:creationId xmlns:a16="http://schemas.microsoft.com/office/drawing/2014/main" id="{48B5FA19-6E51-4C35-FE60-99A31C47C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924" y="494009"/>
            <a:ext cx="2573059" cy="5860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444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976A2096-3194-6864-CEE5-132838627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314" y="369651"/>
            <a:ext cx="2687935" cy="611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609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109CDD1-8374-F6EE-6D50-64A71EA97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763" y="1881326"/>
            <a:ext cx="3852908" cy="386527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88312CF-7FA2-4A8B-AF64-A6E79DA9547F}"/>
              </a:ext>
            </a:extLst>
          </p:cNvPr>
          <p:cNvSpPr txBox="1"/>
          <p:nvPr/>
        </p:nvSpPr>
        <p:spPr>
          <a:xfrm>
            <a:off x="2050743" y="2847408"/>
            <a:ext cx="3400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@rkconfeitariaartesanal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193A0DF-49B0-3E76-6B94-239F432965A7}"/>
              </a:ext>
            </a:extLst>
          </p:cNvPr>
          <p:cNvSpPr txBox="1"/>
          <p:nvPr/>
        </p:nvSpPr>
        <p:spPr>
          <a:xfrm>
            <a:off x="426131" y="2755075"/>
            <a:ext cx="2743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Instagram: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5F7749A-0E19-53E1-4FB8-8D2025A88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71" y="554270"/>
            <a:ext cx="6589199" cy="1280890"/>
          </a:xfrm>
        </p:spPr>
        <p:txBody>
          <a:bodyPr/>
          <a:lstStyle/>
          <a:p>
            <a:pPr algn="ctr">
              <a:defRPr sz="4000" b="1"/>
            </a:pPr>
            <a:r>
              <a:rPr lang="pt-BR" dirty="0"/>
              <a:t>Redes sociais</a:t>
            </a:r>
          </a:p>
        </p:txBody>
      </p:sp>
    </p:spTree>
    <p:extLst>
      <p:ext uri="{BB962C8B-B14F-4D97-AF65-F5344CB8AC3E}">
        <p14:creationId xmlns:p14="http://schemas.microsoft.com/office/powerpoint/2010/main" val="4209485631"/>
      </p:ext>
    </p:extLst>
  </p:cSld>
  <p:clrMapOvr>
    <a:masterClrMapping/>
  </p:clrMapOvr>
</p:sld>
</file>

<file path=ppt/theme/theme1.xml><?xml version="1.0" encoding="utf-8"?>
<a:theme xmlns:a="http://schemas.openxmlformats.org/drawingml/2006/main" name="Cacho">
  <a:themeElements>
    <a:clrScheme name="Cacho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Cach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ch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</TotalTime>
  <Words>217</Words>
  <Application>Microsoft Office PowerPoint</Application>
  <PresentationFormat>Apresentação na tela (4:3)</PresentationFormat>
  <Paragraphs>61</Paragraphs>
  <Slides>17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18" baseType="lpstr">
      <vt:lpstr>Cacho</vt:lpstr>
      <vt:lpstr>RK Confeitaria Artesanal</vt:lpstr>
      <vt:lpstr>Introdução</vt:lpstr>
      <vt:lpstr>Objetivo do Aplicativo</vt:lpstr>
      <vt:lpstr>Público-Alvo</vt:lpstr>
      <vt:lpstr>Tecnologias Utilizadas</vt:lpstr>
      <vt:lpstr>Back-End / Banco de Dados</vt:lpstr>
      <vt:lpstr>Armazenamento Local e Navegação</vt:lpstr>
      <vt:lpstr>Ferramentas de Desenvolvimento</vt:lpstr>
      <vt:lpstr>Funcionalidades Principais</vt:lpstr>
      <vt:lpstr>Benefícios</vt:lpstr>
      <vt:lpstr>Conclusão</vt:lpstr>
      <vt:lpstr>TELAS</vt:lpstr>
      <vt:lpstr>Apresentação do PowerPoint</vt:lpstr>
      <vt:lpstr>Apresentação do PowerPoint</vt:lpstr>
      <vt:lpstr>Apresentação do PowerPoint</vt:lpstr>
      <vt:lpstr>Apresentação do PowerPoint</vt:lpstr>
      <vt:lpstr>Redes sociais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Thiago Klinsman Sales</dc:creator>
  <cp:keywords/>
  <dc:description>generated using python-pptx</dc:description>
  <cp:lastModifiedBy>WINDOWS</cp:lastModifiedBy>
  <cp:revision>45</cp:revision>
  <dcterms:created xsi:type="dcterms:W3CDTF">2013-01-27T09:14:16Z</dcterms:created>
  <dcterms:modified xsi:type="dcterms:W3CDTF">2025-11-19T01:29:13Z</dcterms:modified>
  <cp:category/>
</cp:coreProperties>
</file>